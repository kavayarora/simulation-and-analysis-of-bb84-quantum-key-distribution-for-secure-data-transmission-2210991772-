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67"/>
  </p:normalViewPr>
  <p:slideViewPr>
    <p:cSldViewPr snapToGrid="0">
      <p:cViewPr varScale="1">
        <p:scale>
          <a:sx n="145" d="100"/>
          <a:sy n="145" d="100"/>
        </p:scale>
        <p:origin x="148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and Analysis of BB84 Quantum Key Distribution for Secure Data Transmission</a:t>
            </a:r>
            <a:endParaRPr lang="en-US" sz="35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Kavay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2210991772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Sikha Tuteja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 communication is essential in modern digital systems and networks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Classical cryptography relies on computational complexity for protection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computing threatens traditional encryption methods like RSA and ECC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Key Distribution (QKD) enables security using quantum mechanics principles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BB84 allows detection of eavesdropping during transmission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work analyzes BB84 performance under channel noise and adversarial conditions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3F500-11A1-D629-F161-1CED0411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F545E49-8566-2865-FA04-EBFC6E77BB0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030C75F-2A5F-E805-B9FA-6A9721357E2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D0F9672-F775-5D98-E044-F54D7605A61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Simulated BB84 protocol using Python-based implementation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Modeled three entities: Alice (sender), Bob (receiver), Eve (attacker)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bit and basis generation performed for secure transmission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Channel noise introduced using probabilistic bit-flip model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Intercept–resend attack implemented to simulate eavesdropping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evaluated using QBER and key generation rate metrics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03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CB61-E11E-04FD-4636-C92F8842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39B71D6-8FBD-2F12-7D6A-9EE9992CD77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AAD27DF-92AC-3D5D-75C8-0D03F57F242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23F3092-E41E-8278-2DC8-9C2D5D5C00ED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 used: Python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Libraries used: random (bit generation), matplotlib (graph visualization)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environment: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Notebook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Simulation-based modeling instead of physical quantum hardware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averaging performed across multiple trials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Visualization used to analyze protocol behavior under different conditions</a:t>
            </a: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208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720-E079-5D40-0C9A-8F6C33C2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C4A6475-3653-1287-B6CA-2A99D0D7F02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C26AA7E-B56A-E4C5-E177-291DF617FBC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628A421-949E-ED95-67F6-D711B7BA6E0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random binary sequence representing secret key bits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random encoding bases: rectilinear (+) and diagonal (×)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Simulated Bob’s measurement with matching and mismatching bases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intercept–resend attack for adversarial scenario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channel noise using probabilistic bit-flip mechanism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sifting process and calculated QBER and key generation rate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671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50443-0C65-4A1D-ECF9-8A6DEA8C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AA8D72E-319D-4530-D8CB-6576DE6A593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C44FD38-6F75-714F-9CA9-692BE08818C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611E3B7-A7F0-08E5-6C1C-742428CB9F5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QBER increases linearly with noise in absence of attacker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Presence of Eve introduces baseline error rate ≈ 25%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Noise and interception together increase transmission disturbance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generation rate decreases as channel noise increases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Adversarial interference further reduces usable shared bits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BB84 successfully detects eavesdropping through error-rate monitoring</a:t>
            </a: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832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AB80-03EA-131F-4083-CF5FF30F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67C424A-0120-946C-7B17-14DC83ED156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ECD7BB5-CCF8-700B-9915-674B859D846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AAA2771-4A6F-F708-F107-2D6ED79C736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 performed for noise range 0 to 0.20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QBER followed predictable pattern under normal channel conditions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Intercept–resend attack caused significant increase in QBER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 rate reduced as communication disturbances increased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results confirmed theoretical expectations of BB84 protocol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validated effectiveness of simulation-based security evaluation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761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5B7B-A608-26A4-11B0-6BB96FBA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5B92D14-0C78-AD47-4F51-D401BA86899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99B73B2-AFA4-F8AC-69EA-6D98FAF8B8F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9F65326D-1A54-096C-7CF0-E15A30763628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Successfully implemented simulation-based BB84 protocol model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Evaluated protocol performance under noise and attack scenarios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Observed QBER increases with channel disturbances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Detected attacker presence through measurable error-rate changes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generation rate decreased with increasing transmission errors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Demonstrated effectiveness of BB84 for secure quantum communication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44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669A-A6BF-686B-FD9B-DD7231C5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6FCBCB3-62CF-D1A5-B360-5B371024488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A13DFA4-0F1C-8BB9-EE50-570B346959F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A3FAD55-02A5-F407-0ED9-F118C942331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advanced attack models like photon-number splitting attack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BB84 with other QKD protocols such as B92 and E91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 simulation using quantum platforms like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Qiskit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 privacy amplification and error correction stages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realistic quantum channel imperfections </a:t>
            </a:r>
          </a:p>
          <a:p>
            <a:pPr marL="457200" lvl="0" indent="-317500">
              <a:lnSpc>
                <a:spcPct val="20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 hardware-based quantum communication implementation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24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34731</TotalTime>
  <Words>474</Words>
  <Application>Microsoft Macintosh PowerPoint</Application>
  <PresentationFormat>On-screen Show (4:3)</PresentationFormat>
  <Paragraphs>158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arora111kavay@gmail.com</cp:lastModifiedBy>
  <cp:revision>2299</cp:revision>
  <dcterms:created xsi:type="dcterms:W3CDTF">2010-04-09T07:36:15Z</dcterms:created>
  <dcterms:modified xsi:type="dcterms:W3CDTF">2026-04-28T14:27:49Z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